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B1220"/>
                </a:solidFill>
              </a:rPr>
              <a:t>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scared citizen's WhatsApp message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data that maps a criminal fraud network — in real time.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between two of the five PS6 components: the Citizen Fraud Shield is both the front-end demo and the live data source for back-end Fraud Network Graph Intelligence.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6  ·  Team Arya + 3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scams that are organised, victims who are alone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11E36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₹1,776 cr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digital-arrest &amp; impersonation scams in just 9 months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111E3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69164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572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8836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warned late, or not at all — fear and isolation are the scam's main weapons.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432304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111E3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2660904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5420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852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scattered FIRs across districts with no way to see the network behind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401568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111E3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3630168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51129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8221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citizen's report and the investigator's map are never connected.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don't build five silos — connect two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ship the components disconnected. We make the citizen tool the sensor network that feeds fraud-network intelligence. That loop is the innovation no one else has.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11E3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scam → instant verdict + advice.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protection at WhatsApp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19456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11E36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Graph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28803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become a live graph.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finds rings, PageRank finds the kingpin.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2651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657600"/>
            <a:ext cx="265176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475488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/graph · /package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event that warns Lakshmi also grows the map that dismantles the ring.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one report, citizen → ring → court-ready PDF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75564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reports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“CBI says my Aadhaar is in a laundering case, stay on the video call.”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755648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755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verdict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Scam. Red flags + “Report to 1930” — in two seconds.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75564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1755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joins the graph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328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report links to others sharing the same UPI handle.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99592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995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Rings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4663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lights up 24 reports across 3 districts = one operation.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4568" y="3995928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995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Kingpin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4568" y="4663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flags the single UPI tying all 24 victims — priority #1.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3995928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9680" y="3995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Package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9328" y="4663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PDF: ring, linked reports, targets, confidence.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a legible LangGraph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6223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IntakeAgent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normalize → 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(phone · UPI · authority)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26060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6223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few-shot + rule layer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verdict, flags, advice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6060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6223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GraphLinkerAgent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nodes/edges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 → rings 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6060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6223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+ ReportLab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PDF (on-demand)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111E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GraphStore — one interface, two engines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Neo4j + GDS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— real graph DB)
</a:t>
            </a:r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NetworkX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(auto-fallback, zero infra)
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Frontends &amp; PDF never import a concrete store.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88620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11E36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(live-demo insurance)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down → NetworkX fallback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down → deterministic rule layer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backend auto-seeds on startup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fails → pre-recorded video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excellence: real GDS, not a toy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1051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55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community detection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reports into fraud rings from shared infrastructure. “These 24 reports across 3 districts are one operation.”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405079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995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centrality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mule account / controller UPI at the centre of a ring. “This one node ties 24 victims together — arrest priority #1.”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8105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755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LangGraph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Classify → GraphLink, with on-demand Package. A clean, legible agent graph.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37947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11E3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050792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995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backends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572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GraphStore ABC; Neo4j+GDS and NetworkX return identical DTOs. JP Morgan-grade graph engineering.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positives: the citizen tool you can trust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penalises over-firing. A deterministic rule layer guarantees benign messages stay safe — even with the LLM offline.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111E3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SAFE — never flagged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“Mom, dinner at 8? I'll bring dessert.”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OTP is 482913. Do not share it with anyone.”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 standup at 10am, don't be late.”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 for delivery today.”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111E36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caught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“CBI… you are under digital arrest, stay on the video call.”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“Customs seized a parcel with drugs in your name.”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a refundable security deposit to clear your name.”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“Aadhaar linked to money laundering — non-bailable warrant.”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tests/test_rules_false_positive.py — benign inputs can never read HIGH RISK.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disclosed, and honest about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11E3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planted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fraud rings (digital-arrest, customs-parcel, ED-laundering), each sharing a UPI / account / device, across 2–3 districts.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11E3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745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noise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isolated one-off scams + benign messages, so the algorithm must separate signal from noise.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11E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87452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1540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&amp; PageRank rediscover the rings with no hint where they are. The detection is genuine.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(random.seed(42)) and reproducible. On real data, the pipeline runs unchanged — only the source differs.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the graph is the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PS6 components plug into the same graph as new node/edge types — zero rearchitecting.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11E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411480" cy="4114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65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CV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Serial-number / image hits become Evidence nodes linked to the same rings.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11E3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83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mapping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attributes already on every report → heatmaps &amp; movement patterns.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11E3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5029200"/>
            <a:ext cx="411480" cy="4114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0" y="4800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+ Neo4j cluster; the citizen app is just WhatsApp.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loop that wasn't there.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citizen protection at WhatsApp scale + a live, prioritised target list for investigators.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111E3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4434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— the closed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42976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111E3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4434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₹1,776 cr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42976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111E36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4434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real GDS + LangGraph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· PS6 · Team Arya + 3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2026-06-24T12:17:50Z</dcterms:created>
  <dcterms:modified xsi:type="dcterms:W3CDTF">2026-06-24T12:17:50Z</dcterms:modified>
</cp:coreProperties>
</file>